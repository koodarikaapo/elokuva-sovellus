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061F4-9597-A230-67B4-264414A66243}" v="343" dt="2025-12-17T09:36:49.332"/>
    <p1510:client id="{BF0E3EB6-69C5-D350-0D7F-8BEE8022CFB1}" v="26" dt="2025-12-17T09:22:52.337"/>
    <p1510:client id="{ED4251F6-541E-3D70-9B2B-AC52CDD211AC}" v="17" dt="2025-12-17T09:15:37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i-FI"/>
              <a:t>Muokkaa alaotsikon perustyyliä napsautt.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2244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9187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25772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368371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7" name="Päivämäärän paikkamerkki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8" name="Alatunnisteen paikkamerk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Dian numeron paikkamerkki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343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3876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äivämäärän paikkamerkki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3" name="Alatunnisteen paikkamerk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83615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7074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i-FI"/>
              <a:t>Muokkaa perustyyl. napsautt.</a:t>
            </a:r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i-FI"/>
              <a:t>Muokkaa tekstin perustyylejä napsauttamalla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39981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1203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40645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Muokkaa perustyyl. napsautt.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ABAE3-D89C-4001-9AEC-5083F82B749C}" type="datetimeFigureOut">
              <a:rPr lang="fi-FI" smtClean="0"/>
              <a:t>17.12.2025</a:t>
            </a:fld>
            <a:endParaRPr lang="fi-FI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AEF5D-7FAC-4949-84D2-DA5A9BB3D225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34520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Functionalities</a:t>
            </a:r>
            <a:r>
              <a:rPr lang="fi-FI" dirty="0"/>
              <a:t> 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dirty="0"/>
              <a:t>Group 10</a:t>
            </a:r>
          </a:p>
        </p:txBody>
      </p:sp>
      <p:pic>
        <p:nvPicPr>
          <p:cNvPr id="4" name="Kuva 3" descr="Kuva, joka sisältää kohteen teksti, kuvakaappaus, numero, Fontti&#10;&#10;Tekoälyllä luotu sisältö saattaa olla virheellistä.">
            <a:extLst>
              <a:ext uri="{FF2B5EF4-FFF2-40B4-BE49-F238E27FC236}">
                <a16:creationId xmlns:a16="http://schemas.microsoft.com/office/drawing/2014/main" id="{A35707C2-E767-AB88-5440-F919E3A2E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5111" y="622610"/>
            <a:ext cx="3754096" cy="562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58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9F0D483-224F-D67B-980C-1926B4BEB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Responsiveness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D99091A-5E82-7CAE-9AF0-A2E837D94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interface</a:t>
            </a:r>
            <a:r>
              <a:rPr lang="fi-FI"/>
              <a:t> </a:t>
            </a:r>
            <a:r>
              <a:rPr lang="fi-FI" err="1"/>
              <a:t>scales</a:t>
            </a:r>
            <a:r>
              <a:rPr lang="fi-FI"/>
              <a:t> </a:t>
            </a:r>
            <a:r>
              <a:rPr lang="fi-FI" err="1"/>
              <a:t>sensibly</a:t>
            </a:r>
            <a:r>
              <a:rPr lang="fi-FI"/>
              <a:t> </a:t>
            </a:r>
            <a:r>
              <a:rPr lang="fi-FI" err="1"/>
              <a:t>when</a:t>
            </a:r>
            <a:r>
              <a:rPr lang="fi-FI"/>
              <a:t> </a:t>
            </a:r>
            <a:r>
              <a:rPr lang="fi-FI" err="1"/>
              <a:t>resizing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window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31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ECDFEC-0891-54C8-58E0-F7512512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Registration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51124CE-EB13-32A1-69A2-DC25D3B4C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registrate</a:t>
            </a:r>
            <a:r>
              <a:rPr lang="fi-FI"/>
              <a:t>.</a:t>
            </a:r>
          </a:p>
          <a:p>
            <a:r>
              <a:rPr lang="fi-FI"/>
              <a:t>User </a:t>
            </a:r>
            <a:r>
              <a:rPr lang="fi-FI" err="1"/>
              <a:t>account</a:t>
            </a:r>
            <a:r>
              <a:rPr lang="fi-FI"/>
              <a:t> contains </a:t>
            </a:r>
            <a:r>
              <a:rPr lang="fi-FI" err="1"/>
              <a:t>email</a:t>
            </a:r>
            <a:r>
              <a:rPr lang="fi-FI"/>
              <a:t> and </a:t>
            </a:r>
            <a:r>
              <a:rPr lang="fi-FI" err="1"/>
              <a:t>password</a:t>
            </a:r>
            <a:r>
              <a:rPr lang="fi-FI"/>
              <a:t>.</a:t>
            </a:r>
          </a:p>
          <a:p>
            <a:r>
              <a:rPr lang="fi-FI" err="1"/>
              <a:t>Password</a:t>
            </a:r>
            <a:r>
              <a:rPr lang="fi-FI"/>
              <a:t> must contain at </a:t>
            </a:r>
            <a:r>
              <a:rPr lang="fi-FI" err="1"/>
              <a:t>least</a:t>
            </a:r>
            <a:r>
              <a:rPr lang="fi-FI"/>
              <a:t> </a:t>
            </a:r>
            <a:r>
              <a:rPr lang="fi-FI" err="1"/>
              <a:t>one</a:t>
            </a:r>
            <a:r>
              <a:rPr lang="fi-FI"/>
              <a:t> </a:t>
            </a:r>
            <a:r>
              <a:rPr lang="fi-FI" err="1"/>
              <a:t>number</a:t>
            </a:r>
            <a:r>
              <a:rPr lang="fi-FI"/>
              <a:t> and </a:t>
            </a:r>
            <a:r>
              <a:rPr lang="fi-FI" err="1"/>
              <a:t>one</a:t>
            </a:r>
            <a:r>
              <a:rPr lang="fi-FI"/>
              <a:t> capital </a:t>
            </a:r>
            <a:r>
              <a:rPr lang="fi-FI" err="1"/>
              <a:t>letter</a:t>
            </a:r>
            <a:r>
              <a:rPr lang="fi-FI"/>
              <a:t> and is at </a:t>
            </a:r>
            <a:r>
              <a:rPr lang="fi-FI" err="1"/>
              <a:t>least</a:t>
            </a:r>
            <a:r>
              <a:rPr lang="fi-FI"/>
              <a:t> 8 </a:t>
            </a:r>
            <a:r>
              <a:rPr lang="fi-FI" err="1"/>
              <a:t>characters</a:t>
            </a:r>
            <a:r>
              <a:rPr lang="fi-FI"/>
              <a:t> long.</a:t>
            </a:r>
          </a:p>
        </p:txBody>
      </p:sp>
    </p:spTree>
    <p:extLst>
      <p:ext uri="{BB962C8B-B14F-4D97-AF65-F5344CB8AC3E}">
        <p14:creationId xmlns:p14="http://schemas.microsoft.com/office/powerpoint/2010/main" val="2017026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9962B78-353C-7D0C-C985-57BCACFB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Login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00A73B5-0AC0-B902-BEAA-6447E6C97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login</a:t>
            </a:r>
            <a:r>
              <a:rPr lang="fi-FI"/>
              <a:t> and </a:t>
            </a:r>
            <a:r>
              <a:rPr lang="fi-FI" err="1"/>
              <a:t>logout</a:t>
            </a:r>
            <a:r>
              <a:rPr lang="fi-FI"/>
              <a:t> </a:t>
            </a:r>
            <a:r>
              <a:rPr lang="fi-FI" err="1"/>
              <a:t>using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account</a:t>
            </a:r>
            <a:r>
              <a:rPr lang="fi-FI"/>
              <a:t> </a:t>
            </a:r>
            <a:r>
              <a:rPr lang="fi-FI" err="1"/>
              <a:t>they</a:t>
            </a:r>
            <a:r>
              <a:rPr lang="fi-FI"/>
              <a:t> </a:t>
            </a:r>
            <a:r>
              <a:rPr lang="fi-FI" err="1"/>
              <a:t>have</a:t>
            </a:r>
            <a:r>
              <a:rPr lang="fi-FI"/>
              <a:t> made.</a:t>
            </a:r>
          </a:p>
        </p:txBody>
      </p:sp>
    </p:spTree>
    <p:extLst>
      <p:ext uri="{BB962C8B-B14F-4D97-AF65-F5344CB8AC3E}">
        <p14:creationId xmlns:p14="http://schemas.microsoft.com/office/powerpoint/2010/main" val="379701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6012D7D-1588-7791-0632-7963D6A4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Deregistration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7E23845-8AD9-BAA4-801C-9C6588BF5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delete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account</a:t>
            </a:r>
            <a:r>
              <a:rPr lang="fi-FI"/>
              <a:t> </a:t>
            </a:r>
            <a:r>
              <a:rPr lang="fi-FI" err="1"/>
              <a:t>they</a:t>
            </a:r>
            <a:r>
              <a:rPr lang="fi-FI"/>
              <a:t> </a:t>
            </a:r>
            <a:r>
              <a:rPr lang="fi-FI" err="1"/>
              <a:t>have</a:t>
            </a:r>
            <a:r>
              <a:rPr lang="fi-FI"/>
              <a:t> made. </a:t>
            </a:r>
            <a:r>
              <a:rPr lang="fi-FI" err="1"/>
              <a:t>Deleting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account</a:t>
            </a:r>
            <a:r>
              <a:rPr lang="fi-FI"/>
              <a:t> </a:t>
            </a:r>
            <a:r>
              <a:rPr lang="fi-FI" err="1"/>
              <a:t>also</a:t>
            </a:r>
            <a:r>
              <a:rPr lang="fi-FI"/>
              <a:t> </a:t>
            </a:r>
            <a:r>
              <a:rPr lang="fi-FI" err="1"/>
              <a:t>deletes</a:t>
            </a:r>
            <a:r>
              <a:rPr lang="fi-FI"/>
              <a:t> </a:t>
            </a:r>
            <a:r>
              <a:rPr lang="fi-FI" err="1"/>
              <a:t>all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354105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40D4FC0-CDDF-654A-CE9E-FFEE4C78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Search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74A2401C-292E-5998-DEFE-1AE680E2C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can search for movies and series using different criteria.</a:t>
            </a:r>
          </a:p>
          <a:p>
            <a:r>
              <a:rPr lang="fi-FI"/>
              <a:t>The criteria are: Search movies by actor, search movies by director, and search series by title.</a:t>
            </a:r>
            <a:endParaRPr lang="fi-FI" dirty="0"/>
          </a:p>
          <a:p>
            <a:pPr marL="0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66368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4D02B1C-6532-6A43-82D3-EB3B3C75D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Screening</a:t>
            </a:r>
            <a:r>
              <a:rPr lang="fi-FI"/>
              <a:t> </a:t>
            </a:r>
            <a:r>
              <a:rPr lang="fi-FI" err="1"/>
              <a:t>times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5B6BD74-FF9C-9934-0F48-C4997829B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The site shows the movies that are currently playing in cinemas.</a:t>
            </a:r>
          </a:p>
          <a:p>
            <a:r>
              <a:rPr lang="fi-FI"/>
              <a:t>The movies can be seen in movie carousel.</a:t>
            </a:r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525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0408B32-7BA4-3335-A6D9-B2A3AA7B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Group </a:t>
            </a:r>
            <a:r>
              <a:rPr lang="fi-FI" err="1"/>
              <a:t>page</a:t>
            </a:r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0BE1D84-4C92-4BB9-8186-F34C22D3E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create</a:t>
            </a:r>
            <a:r>
              <a:rPr lang="fi-FI"/>
              <a:t> </a:t>
            </a:r>
            <a:r>
              <a:rPr lang="fi-FI" err="1"/>
              <a:t>new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and </a:t>
            </a:r>
            <a:r>
              <a:rPr lang="fi-FI" err="1"/>
              <a:t>name</a:t>
            </a:r>
            <a:r>
              <a:rPr lang="fi-FI"/>
              <a:t> it </a:t>
            </a:r>
            <a:r>
              <a:rPr lang="fi-FI" err="1"/>
              <a:t>however</a:t>
            </a:r>
            <a:r>
              <a:rPr lang="fi-FI"/>
              <a:t> </a:t>
            </a:r>
            <a:r>
              <a:rPr lang="fi-FI" err="1"/>
              <a:t>they</a:t>
            </a:r>
            <a:r>
              <a:rPr lang="fi-FI"/>
              <a:t> </a:t>
            </a:r>
            <a:r>
              <a:rPr lang="fi-FI" err="1"/>
              <a:t>want</a:t>
            </a:r>
            <a:r>
              <a:rPr lang="fi-FI"/>
              <a:t>.</a:t>
            </a:r>
          </a:p>
          <a:p>
            <a:r>
              <a:rPr lang="fi-FI" err="1"/>
              <a:t>Everyone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see</a:t>
            </a:r>
            <a:r>
              <a:rPr lang="fi-FI"/>
              <a:t> </a:t>
            </a:r>
            <a:r>
              <a:rPr lang="fi-FI" err="1"/>
              <a:t>all</a:t>
            </a:r>
            <a:r>
              <a:rPr lang="fi-FI"/>
              <a:t> </a:t>
            </a:r>
            <a:r>
              <a:rPr lang="fi-FI" err="1"/>
              <a:t>groups</a:t>
            </a:r>
            <a:r>
              <a:rPr lang="fi-FI"/>
              <a:t> on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list</a:t>
            </a:r>
            <a:r>
              <a:rPr lang="fi-FI"/>
              <a:t>. </a:t>
            </a:r>
            <a:r>
              <a:rPr lang="fi-FI" err="1"/>
              <a:t>You</a:t>
            </a:r>
            <a:r>
              <a:rPr lang="fi-FI"/>
              <a:t> </a:t>
            </a:r>
            <a:r>
              <a:rPr lang="fi-FI" err="1"/>
              <a:t>have</a:t>
            </a:r>
            <a:r>
              <a:rPr lang="fi-FI"/>
              <a:t> to </a:t>
            </a:r>
            <a:r>
              <a:rPr lang="fi-FI" err="1"/>
              <a:t>be</a:t>
            </a:r>
            <a:r>
              <a:rPr lang="fi-FI"/>
              <a:t> </a:t>
            </a:r>
            <a:r>
              <a:rPr lang="fi-FI" err="1"/>
              <a:t>part</a:t>
            </a:r>
            <a:r>
              <a:rPr lang="fi-FI"/>
              <a:t> of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to open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wanted</a:t>
            </a:r>
            <a:r>
              <a:rPr lang="fi-FI"/>
              <a:t> </a:t>
            </a:r>
            <a:r>
              <a:rPr lang="fi-FI" err="1"/>
              <a:t>page</a:t>
            </a:r>
            <a:r>
              <a:rPr lang="fi-FI"/>
              <a:t>.</a:t>
            </a:r>
          </a:p>
          <a:p>
            <a:r>
              <a:rPr lang="fi-FI"/>
              <a:t>Group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be</a:t>
            </a:r>
            <a:r>
              <a:rPr lang="fi-FI"/>
              <a:t> </a:t>
            </a:r>
            <a:r>
              <a:rPr lang="fi-FI" err="1"/>
              <a:t>deleted</a:t>
            </a:r>
            <a:r>
              <a:rPr lang="fi-FI"/>
              <a:t> </a:t>
            </a:r>
            <a:r>
              <a:rPr lang="fi-FI" err="1"/>
              <a:t>by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owner</a:t>
            </a:r>
            <a:r>
              <a:rPr lang="fi-FI"/>
              <a:t> of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. </a:t>
            </a:r>
            <a:r>
              <a:rPr lang="fi-FI" err="1"/>
              <a:t>They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do</a:t>
            </a:r>
            <a:r>
              <a:rPr lang="fi-FI"/>
              <a:t> it </a:t>
            </a:r>
            <a:r>
              <a:rPr lang="fi-FI" err="1"/>
              <a:t>from</a:t>
            </a:r>
            <a:r>
              <a:rPr lang="fi-FI"/>
              <a:t> </a:t>
            </a:r>
            <a:r>
              <a:rPr lang="fi-FI" err="1"/>
              <a:t>their</a:t>
            </a:r>
            <a:r>
              <a:rPr lang="fi-FI"/>
              <a:t> </a:t>
            </a:r>
            <a:r>
              <a:rPr lang="fi-FI" err="1"/>
              <a:t>user</a:t>
            </a:r>
            <a:r>
              <a:rPr lang="fi-FI"/>
              <a:t> </a:t>
            </a:r>
            <a:r>
              <a:rPr lang="fi-FI" err="1"/>
              <a:t>page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598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49DE1DC-DEDE-0402-933F-3402A55B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Adding</a:t>
            </a:r>
            <a:r>
              <a:rPr lang="fi-FI"/>
              <a:t> </a:t>
            </a:r>
            <a:r>
              <a:rPr lang="fi-FI" err="1"/>
              <a:t>members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8A7E4DA-DF40-6001-E881-63244BB75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Anyone</a:t>
            </a:r>
            <a:r>
              <a:rPr lang="fi-FI"/>
              <a:t> </a:t>
            </a:r>
            <a:r>
              <a:rPr lang="fi-FI" err="1"/>
              <a:t>who</a:t>
            </a:r>
            <a:r>
              <a:rPr lang="fi-FI"/>
              <a:t> </a:t>
            </a:r>
            <a:r>
              <a:rPr lang="fi-FI" err="1"/>
              <a:t>has</a:t>
            </a:r>
            <a:r>
              <a:rPr lang="fi-FI"/>
              <a:t> </a:t>
            </a:r>
            <a:r>
              <a:rPr lang="fi-FI" err="1"/>
              <a:t>logged</a:t>
            </a:r>
            <a:r>
              <a:rPr lang="fi-FI"/>
              <a:t> in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request</a:t>
            </a:r>
            <a:r>
              <a:rPr lang="fi-FI"/>
              <a:t> to join to </a:t>
            </a:r>
            <a:r>
              <a:rPr lang="fi-FI" err="1"/>
              <a:t>group</a:t>
            </a:r>
            <a:r>
              <a:rPr lang="fi-FI"/>
              <a:t>.</a:t>
            </a:r>
          </a:p>
          <a:p>
            <a:r>
              <a:rPr lang="fi-FI" err="1"/>
              <a:t>The</a:t>
            </a:r>
            <a:r>
              <a:rPr lang="fi-FI"/>
              <a:t> "</a:t>
            </a:r>
            <a:r>
              <a:rPr lang="fi-FI" err="1"/>
              <a:t>request</a:t>
            </a:r>
            <a:r>
              <a:rPr lang="fi-FI"/>
              <a:t> to join" –</a:t>
            </a:r>
            <a:r>
              <a:rPr lang="fi-FI" err="1"/>
              <a:t>button</a:t>
            </a:r>
            <a:r>
              <a:rPr lang="fi-FI"/>
              <a:t> is </a:t>
            </a:r>
            <a:r>
              <a:rPr lang="fi-FI" err="1"/>
              <a:t>next</a:t>
            </a:r>
            <a:r>
              <a:rPr lang="fi-FI"/>
              <a:t> to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name</a:t>
            </a:r>
            <a:r>
              <a:rPr lang="fi-FI"/>
              <a:t> in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list</a:t>
            </a:r>
            <a:r>
              <a:rPr lang="fi-FI"/>
              <a:t>.</a:t>
            </a:r>
          </a:p>
          <a:p>
            <a:r>
              <a:rPr lang="fi-FI" err="1"/>
              <a:t>Owner</a:t>
            </a:r>
            <a:r>
              <a:rPr lang="fi-FI"/>
              <a:t> of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accept</a:t>
            </a:r>
            <a:r>
              <a:rPr lang="fi-FI"/>
              <a:t> </a:t>
            </a:r>
            <a:r>
              <a:rPr lang="fi-FI" err="1"/>
              <a:t>or</a:t>
            </a:r>
            <a:r>
              <a:rPr lang="fi-FI"/>
              <a:t> </a:t>
            </a:r>
            <a:r>
              <a:rPr lang="fi-FI" err="1"/>
              <a:t>decline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request</a:t>
            </a:r>
            <a:r>
              <a:rPr lang="fi-FI"/>
              <a:t> </a:t>
            </a:r>
            <a:r>
              <a:rPr lang="fi-FI" err="1"/>
              <a:t>from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page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9035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7EDB314-EB01-3045-3AC0-606DD6E9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Removing</a:t>
            </a:r>
            <a:r>
              <a:rPr lang="fi-FI"/>
              <a:t> </a:t>
            </a:r>
            <a:r>
              <a:rPr lang="fi-FI" err="1"/>
              <a:t>members</a:t>
            </a:r>
            <a:endParaRPr lang="fi-FI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E931A46-3DB6-B133-F50B-046BC57A8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Owner</a:t>
            </a:r>
            <a:r>
              <a:rPr lang="fi-FI"/>
              <a:t> of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remove</a:t>
            </a:r>
            <a:r>
              <a:rPr lang="fi-FI"/>
              <a:t> </a:t>
            </a:r>
            <a:r>
              <a:rPr lang="fi-FI" err="1"/>
              <a:t>member</a:t>
            </a:r>
            <a:r>
              <a:rPr lang="fi-FI"/>
              <a:t> </a:t>
            </a:r>
            <a:r>
              <a:rPr lang="fi-FI" err="1"/>
              <a:t>from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.</a:t>
            </a:r>
          </a:p>
          <a:p>
            <a:r>
              <a:rPr lang="fi-FI" err="1"/>
              <a:t>Member</a:t>
            </a:r>
            <a:r>
              <a:rPr lang="fi-FI"/>
              <a:t> of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leave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481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82C0C9A-6488-9501-F847-E9C19CA1D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Group </a:t>
            </a:r>
            <a:r>
              <a:rPr lang="fi-FI" err="1"/>
              <a:t>page</a:t>
            </a:r>
            <a:r>
              <a:rPr lang="fi-FI"/>
              <a:t> </a:t>
            </a:r>
            <a:r>
              <a:rPr lang="fi-FI" err="1"/>
              <a:t>customization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0659D64-4BBB-7045-31BC-79A10279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Member</a:t>
            </a:r>
            <a:r>
              <a:rPr lang="fi-FI"/>
              <a:t> of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add</a:t>
            </a:r>
            <a:r>
              <a:rPr lang="fi-FI"/>
              <a:t> </a:t>
            </a:r>
            <a:r>
              <a:rPr lang="fi-FI" err="1"/>
              <a:t>movie</a:t>
            </a:r>
            <a:r>
              <a:rPr lang="fi-FI"/>
              <a:t> to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favourite</a:t>
            </a:r>
            <a:r>
              <a:rPr lang="fi-FI"/>
              <a:t> </a:t>
            </a:r>
            <a:r>
              <a:rPr lang="fi-FI" err="1"/>
              <a:t>movies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212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F64CAC8-B07B-96CA-76CA-3E3F841C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Movie </a:t>
            </a:r>
            <a:r>
              <a:rPr lang="fi-FI" err="1"/>
              <a:t>review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130B2E3-99C8-630B-915A-06171B232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 </a:t>
            </a:r>
            <a:r>
              <a:rPr lang="fi-FI" err="1"/>
              <a:t>make</a:t>
            </a:r>
            <a:r>
              <a:rPr lang="fi-FI"/>
              <a:t> </a:t>
            </a:r>
            <a:r>
              <a:rPr lang="fi-FI" err="1"/>
              <a:t>movie</a:t>
            </a:r>
            <a:r>
              <a:rPr lang="fi-FI"/>
              <a:t> </a:t>
            </a:r>
            <a:r>
              <a:rPr lang="fi-FI" err="1"/>
              <a:t>review</a:t>
            </a:r>
            <a:r>
              <a:rPr lang="fi-FI"/>
              <a:t>.</a:t>
            </a:r>
          </a:p>
          <a:p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review</a:t>
            </a:r>
            <a:r>
              <a:rPr lang="fi-FI"/>
              <a:t> </a:t>
            </a:r>
            <a:r>
              <a:rPr lang="fi-FI" err="1"/>
              <a:t>includes</a:t>
            </a:r>
            <a:r>
              <a:rPr lang="fi-FI"/>
              <a:t> </a:t>
            </a:r>
            <a:r>
              <a:rPr lang="fi-FI" err="1"/>
              <a:t>text</a:t>
            </a:r>
            <a:r>
              <a:rPr lang="fi-FI"/>
              <a:t> and </a:t>
            </a:r>
            <a:r>
              <a:rPr lang="fi-FI" err="1"/>
              <a:t>stars</a:t>
            </a:r>
            <a:r>
              <a:rPr lang="fi-FI"/>
              <a:t> (</a:t>
            </a:r>
            <a:r>
              <a:rPr lang="fi-FI" err="1"/>
              <a:t>from</a:t>
            </a:r>
            <a:r>
              <a:rPr lang="fi-FI"/>
              <a:t> 1 to 5).</a:t>
            </a:r>
          </a:p>
          <a:p>
            <a:r>
              <a:rPr lang="fi-FI" err="1"/>
              <a:t>You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see</a:t>
            </a:r>
            <a:r>
              <a:rPr lang="fi-FI"/>
              <a:t> </a:t>
            </a:r>
            <a:r>
              <a:rPr lang="fi-FI" err="1"/>
              <a:t>who</a:t>
            </a:r>
            <a:r>
              <a:rPr lang="fi-FI"/>
              <a:t> made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review</a:t>
            </a:r>
            <a:r>
              <a:rPr lang="fi-FI"/>
              <a:t> and </a:t>
            </a:r>
            <a:r>
              <a:rPr lang="fi-FI" err="1"/>
              <a:t>when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review</a:t>
            </a:r>
            <a:r>
              <a:rPr lang="fi-FI"/>
              <a:t> </a:t>
            </a:r>
            <a:r>
              <a:rPr lang="fi-FI" err="1"/>
              <a:t>was</a:t>
            </a:r>
            <a:r>
              <a:rPr lang="fi-FI"/>
              <a:t> made </a:t>
            </a:r>
            <a:r>
              <a:rPr lang="fi-FI" err="1"/>
              <a:t>by</a:t>
            </a:r>
            <a:r>
              <a:rPr lang="fi-FI"/>
              <a:t> </a:t>
            </a:r>
            <a:r>
              <a:rPr lang="fi-FI" err="1"/>
              <a:t>clicking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movie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61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65350A6-4D0A-4912-4E91-A6EEBD66A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Browsing</a:t>
            </a:r>
            <a:r>
              <a:rPr lang="fi-FI"/>
              <a:t> </a:t>
            </a:r>
            <a:r>
              <a:rPr lang="fi-FI" err="1"/>
              <a:t>reviews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CDB688A-3837-DCCB-D16F-6F19474A1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Everyone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see</a:t>
            </a:r>
            <a:r>
              <a:rPr lang="fi-FI"/>
              <a:t>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movie</a:t>
            </a:r>
            <a:r>
              <a:rPr lang="fi-FI"/>
              <a:t> </a:t>
            </a:r>
            <a:r>
              <a:rPr lang="fi-FI" err="1"/>
              <a:t>reviews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16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E54AA7A9-6D80-CCD6-3F7F-F75A6DEB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Favourite</a:t>
            </a:r>
            <a:r>
              <a:rPr lang="fi-FI"/>
              <a:t> </a:t>
            </a:r>
            <a:r>
              <a:rPr lang="fi-FI" err="1"/>
              <a:t>list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5CEE3B4-2DA2-4DAB-2C2F-900E96499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Logged</a:t>
            </a:r>
            <a:r>
              <a:rPr lang="fi-FI"/>
              <a:t> in </a:t>
            </a:r>
            <a:r>
              <a:rPr lang="fi-FI" err="1"/>
              <a:t>user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make</a:t>
            </a:r>
            <a:r>
              <a:rPr lang="fi-FI"/>
              <a:t> </a:t>
            </a:r>
            <a:r>
              <a:rPr lang="fi-FI" err="1"/>
              <a:t>list</a:t>
            </a:r>
            <a:r>
              <a:rPr lang="fi-FI"/>
              <a:t> of </a:t>
            </a:r>
            <a:r>
              <a:rPr lang="fi-FI" err="1"/>
              <a:t>favourite</a:t>
            </a:r>
            <a:r>
              <a:rPr lang="fi-FI"/>
              <a:t> </a:t>
            </a:r>
            <a:r>
              <a:rPr lang="fi-FI" err="1"/>
              <a:t>movies</a:t>
            </a:r>
            <a:r>
              <a:rPr lang="fi-FI"/>
              <a:t> </a:t>
            </a:r>
            <a:r>
              <a:rPr lang="fi-FI" err="1"/>
              <a:t>which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be</a:t>
            </a:r>
            <a:r>
              <a:rPr lang="fi-FI"/>
              <a:t> </a:t>
            </a:r>
            <a:r>
              <a:rPr lang="fi-FI" err="1"/>
              <a:t>seen</a:t>
            </a:r>
            <a:r>
              <a:rPr lang="fi-FI"/>
              <a:t> in </a:t>
            </a:r>
            <a:r>
              <a:rPr lang="fi-FI" err="1"/>
              <a:t>their</a:t>
            </a:r>
            <a:r>
              <a:rPr lang="fi-FI"/>
              <a:t> </a:t>
            </a:r>
            <a:r>
              <a:rPr lang="fi-FI" err="1"/>
              <a:t>user</a:t>
            </a:r>
            <a:r>
              <a:rPr lang="fi-FI"/>
              <a:t> </a:t>
            </a:r>
            <a:r>
              <a:rPr lang="fi-FI" err="1"/>
              <a:t>page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475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305E6BE-96E9-E8BA-1B73-B85D1B94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Sharing</a:t>
            </a:r>
            <a:r>
              <a:rPr lang="fi-FI"/>
              <a:t> </a:t>
            </a:r>
            <a:r>
              <a:rPr lang="fi-FI" err="1"/>
              <a:t>favourite</a:t>
            </a:r>
            <a:r>
              <a:rPr lang="fi-FI"/>
              <a:t> </a:t>
            </a:r>
            <a:r>
              <a:rPr lang="fi-FI" err="1"/>
              <a:t>list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BCD23FF-C0B7-D66E-46F8-9A2CF3357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 err="1"/>
              <a:t>Logged</a:t>
            </a:r>
            <a:r>
              <a:rPr lang="fi-FI"/>
              <a:t> in </a:t>
            </a:r>
            <a:r>
              <a:rPr lang="fi-FI" err="1"/>
              <a:t>user</a:t>
            </a:r>
            <a:r>
              <a:rPr lang="fi-FI"/>
              <a:t>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share</a:t>
            </a:r>
            <a:r>
              <a:rPr lang="fi-FI"/>
              <a:t> </a:t>
            </a:r>
            <a:r>
              <a:rPr lang="fi-FI" err="1"/>
              <a:t>their</a:t>
            </a:r>
            <a:r>
              <a:rPr lang="fi-FI"/>
              <a:t> </a:t>
            </a:r>
            <a:r>
              <a:rPr lang="fi-FI" err="1"/>
              <a:t>favourite</a:t>
            </a:r>
            <a:r>
              <a:rPr lang="fi-FI"/>
              <a:t> </a:t>
            </a:r>
            <a:r>
              <a:rPr lang="fi-FI" err="1"/>
              <a:t>list</a:t>
            </a:r>
            <a:r>
              <a:rPr lang="fi-FI"/>
              <a:t> as URL.</a:t>
            </a:r>
          </a:p>
        </p:txBody>
      </p:sp>
    </p:spTree>
    <p:extLst>
      <p:ext uri="{BB962C8B-B14F-4D97-AF65-F5344CB8AC3E}">
        <p14:creationId xmlns:p14="http://schemas.microsoft.com/office/powerpoint/2010/main" val="386567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E257D94-0D57-0060-4B88-EC2F97536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err="1"/>
              <a:t>Optional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545EF4E-C1CF-054C-380C-88DD08372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 chat </a:t>
            </a:r>
            <a:r>
              <a:rPr lang="fi-FI" err="1"/>
              <a:t>with</a:t>
            </a:r>
            <a:r>
              <a:rPr lang="fi-FI"/>
              <a:t> </a:t>
            </a:r>
            <a:r>
              <a:rPr lang="fi-FI" err="1"/>
              <a:t>others</a:t>
            </a:r>
            <a:r>
              <a:rPr lang="fi-FI"/>
              <a:t> in </a:t>
            </a:r>
            <a:r>
              <a:rPr lang="fi-FI" err="1"/>
              <a:t>the</a:t>
            </a:r>
            <a:r>
              <a:rPr lang="fi-FI"/>
              <a:t> </a:t>
            </a:r>
            <a:r>
              <a:rPr lang="fi-FI" err="1"/>
              <a:t>group</a:t>
            </a:r>
            <a:r>
              <a:rPr lang="fi-FI"/>
              <a:t> </a:t>
            </a:r>
            <a:r>
              <a:rPr lang="fi-FI" err="1"/>
              <a:t>page</a:t>
            </a:r>
            <a:r>
              <a:rPr lang="fi-FI"/>
              <a:t>.</a:t>
            </a:r>
          </a:p>
          <a:p>
            <a:r>
              <a:rPr lang="fi-FI"/>
              <a:t>User </a:t>
            </a:r>
            <a:r>
              <a:rPr lang="fi-FI" err="1"/>
              <a:t>can</a:t>
            </a:r>
            <a:r>
              <a:rPr lang="fi-FI"/>
              <a:t> </a:t>
            </a:r>
            <a:r>
              <a:rPr lang="fi-FI" err="1"/>
              <a:t>reserve</a:t>
            </a:r>
            <a:r>
              <a:rPr lang="fi-FI"/>
              <a:t> a </a:t>
            </a:r>
            <a:r>
              <a:rPr lang="fi-FI" err="1"/>
              <a:t>seat</a:t>
            </a:r>
            <a:r>
              <a:rPr lang="fi-FI"/>
              <a:t> </a:t>
            </a:r>
            <a:r>
              <a:rPr lang="fi-FI" err="1"/>
              <a:t>from</a:t>
            </a:r>
            <a:r>
              <a:rPr lang="fi-FI"/>
              <a:t> a </a:t>
            </a:r>
            <a:r>
              <a:rPr lang="fi-FI" err="1"/>
              <a:t>cinema</a:t>
            </a:r>
            <a:r>
              <a:rPr lang="fi-FI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786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Laajakuva</PresentationFormat>
  <Paragraphs>0</Paragraphs>
  <Slides>16</Slides>
  <Notes>0</Notes>
  <HiddenSlides>0</HiddenSlides>
  <MMClips>0</MMClip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16</vt:i4>
      </vt:variant>
    </vt:vector>
  </HeadingPairs>
  <TitlesOfParts>
    <vt:vector size="17" baseType="lpstr">
      <vt:lpstr>Office-teema</vt:lpstr>
      <vt:lpstr>Functionalities </vt:lpstr>
      <vt:lpstr>Responsiveness</vt:lpstr>
      <vt:lpstr>Registration</vt:lpstr>
      <vt:lpstr>Login</vt:lpstr>
      <vt:lpstr>Deregistration</vt:lpstr>
      <vt:lpstr>Search</vt:lpstr>
      <vt:lpstr>Screening times</vt:lpstr>
      <vt:lpstr>Group page</vt:lpstr>
      <vt:lpstr>Adding members</vt:lpstr>
      <vt:lpstr>Removing members</vt:lpstr>
      <vt:lpstr>Group page customization</vt:lpstr>
      <vt:lpstr>Movie review</vt:lpstr>
      <vt:lpstr>Browsing reviews</vt:lpstr>
      <vt:lpstr>Favourite list</vt:lpstr>
      <vt:lpstr>Sharing favourite list</vt:lpstr>
      <vt:lpstr>Optional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247</cp:revision>
  <dcterms:created xsi:type="dcterms:W3CDTF">2025-12-17T09:15:25Z</dcterms:created>
  <dcterms:modified xsi:type="dcterms:W3CDTF">2025-12-17T10:01:53Z</dcterms:modified>
</cp:coreProperties>
</file>